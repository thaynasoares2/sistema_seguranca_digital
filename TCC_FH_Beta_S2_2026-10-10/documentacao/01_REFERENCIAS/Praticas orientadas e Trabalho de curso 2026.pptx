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embeddedFontLst>
    <p:embeddedFont>
      <p:font typeface="Play" panose="020B0604020202020204" charset="0"/>
      <p:regular r:id="rId7"/>
      <p:bold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6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FC3A9383-22A8-AA59-3EE1-D4A9B9A28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>
            <a:extLst>
              <a:ext uri="{FF2B5EF4-FFF2-40B4-BE49-F238E27FC236}">
                <a16:creationId xmlns:a16="http://schemas.microsoft.com/office/drawing/2014/main" id="{63DA7C94-11BD-61F2-4D37-2C65CAFE28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>
            <a:extLst>
              <a:ext uri="{FF2B5EF4-FFF2-40B4-BE49-F238E27FC236}">
                <a16:creationId xmlns:a16="http://schemas.microsoft.com/office/drawing/2014/main" id="{89F05FBA-C0FD-151E-5E13-07847B84F6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364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pt-BR"/>
              <a:t>Praticas orientadas e Trabalho de curso</a:t>
            </a:r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MSc Sandir Rodrigues Campos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pt-BR" dirty="0"/>
              <a:t>Artefatos de entrega</a:t>
            </a:r>
            <a:endParaRPr dirty="0"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535168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67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2400" b="1" dirty="0"/>
              <a:t>TCC</a:t>
            </a:r>
          </a:p>
          <a:p>
            <a:pPr marL="228600" lvl="0" indent="-20193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sz="1600" dirty="0"/>
              <a:t>Plano de projeto&gt; Nome no projeto – Dor a ser resolvida – Objetivo – Prazos de entrega – Tecnologias que serão utilizadas</a:t>
            </a:r>
            <a:endParaRPr sz="1600" dirty="0"/>
          </a:p>
          <a:p>
            <a:pPr marL="228600" lvl="0" indent="-20193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sz="1600" dirty="0"/>
              <a:t>Documentação de requisitos</a:t>
            </a:r>
            <a:endParaRPr sz="1600" dirty="0"/>
          </a:p>
          <a:p>
            <a:pPr marL="228600" lvl="0" indent="-20193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sz="1600" dirty="0"/>
              <a:t>Modelo de Dados</a:t>
            </a:r>
            <a:endParaRPr sz="1600" dirty="0"/>
          </a:p>
          <a:p>
            <a:pPr marL="228600" lvl="0" indent="-20193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sz="1600" dirty="0" err="1"/>
              <a:t>Querys</a:t>
            </a:r>
            <a:r>
              <a:rPr lang="pt-BR" sz="1600" dirty="0"/>
              <a:t> de criação do banco de dados</a:t>
            </a:r>
            <a:endParaRPr sz="1600" dirty="0"/>
          </a:p>
          <a:p>
            <a:pPr marL="228600" lvl="0" indent="-20193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sz="1600" dirty="0"/>
              <a:t>Dicionário de dados</a:t>
            </a:r>
            <a:endParaRPr sz="1600" dirty="0"/>
          </a:p>
          <a:p>
            <a:pPr marL="228600" lvl="0" indent="-20193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sz="1600" dirty="0"/>
              <a:t>Código fonte comentado</a:t>
            </a:r>
            <a:endParaRPr sz="1600" dirty="0"/>
          </a:p>
          <a:p>
            <a:pPr marL="228600" lvl="0" indent="-20193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sz="1600" dirty="0"/>
              <a:t>Sistema instalado em funcionamento no “servidor da faculdade” ( para aplicativos deve estar em funcionamento em pelo menos uma loja</a:t>
            </a:r>
            <a:endParaRPr sz="1600" dirty="0"/>
          </a:p>
          <a:p>
            <a:pPr marL="228600" lvl="0" indent="-20193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sz="1600" dirty="0"/>
              <a:t>Slides da apresentação</a:t>
            </a:r>
            <a:endParaRPr sz="1600" dirty="0"/>
          </a:p>
          <a:p>
            <a:pPr marL="228600" lvl="0" indent="-20193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sz="1600" dirty="0"/>
              <a:t>Manual de funcionamento do sistema</a:t>
            </a:r>
            <a:endParaRPr sz="1600" dirty="0"/>
          </a:p>
          <a:p>
            <a:pPr marL="228600" lvl="0" indent="-7747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600" dirty="0"/>
          </a:p>
          <a:p>
            <a:pPr marL="228600" lvl="0" indent="-7747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600" dirty="0"/>
          </a:p>
        </p:txBody>
      </p:sp>
      <p:sp>
        <p:nvSpPr>
          <p:cNvPr id="2" name="Google Shape;91;p14">
            <a:extLst>
              <a:ext uri="{FF2B5EF4-FFF2-40B4-BE49-F238E27FC236}">
                <a16:creationId xmlns:a16="http://schemas.microsoft.com/office/drawing/2014/main" id="{1E715CFD-4EEE-0406-9FEB-B092777F487C}"/>
              </a:ext>
            </a:extLst>
          </p:cNvPr>
          <p:cNvSpPr txBox="1">
            <a:spLocks/>
          </p:cNvSpPr>
          <p:nvPr/>
        </p:nvSpPr>
        <p:spPr>
          <a:xfrm>
            <a:off x="6443472" y="1825625"/>
            <a:ext cx="5535168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6670" indent="0" algn="ctr">
              <a:spcBef>
                <a:spcPts val="0"/>
              </a:spcBef>
              <a:buSzPct val="100000"/>
              <a:buNone/>
            </a:pPr>
            <a:r>
              <a:rPr lang="pt-BR" sz="2400" dirty="0"/>
              <a:t>PO</a:t>
            </a:r>
          </a:p>
          <a:p>
            <a:pPr marL="228600" indent="-201930">
              <a:spcBef>
                <a:spcPts val="0"/>
              </a:spcBef>
              <a:buSzPct val="100000"/>
            </a:pPr>
            <a:r>
              <a:rPr lang="pt-BR" sz="1600" dirty="0"/>
              <a:t>Verão Inicial do Artigo Científico </a:t>
            </a:r>
          </a:p>
          <a:p>
            <a:pPr marL="228600" indent="-201930">
              <a:spcBef>
                <a:spcPts val="0"/>
              </a:spcBef>
              <a:buSzPct val="100000"/>
            </a:pPr>
            <a:r>
              <a:rPr lang="pt-BR" sz="1600" dirty="0"/>
              <a:t>Artigo Científico finalizado e publicado na revista Iesgo</a:t>
            </a:r>
          </a:p>
          <a:p>
            <a:pPr marL="228600" indent="-201930">
              <a:spcBef>
                <a:spcPts val="0"/>
              </a:spcBef>
              <a:buSzPct val="100000"/>
            </a:pPr>
            <a:r>
              <a:rPr lang="pt-BR" sz="1600" dirty="0"/>
              <a:t>Slides da apresentação</a:t>
            </a:r>
          </a:p>
          <a:p>
            <a:pPr marL="26670" indent="0">
              <a:spcBef>
                <a:spcPts val="0"/>
              </a:spcBef>
              <a:buSzPct val="100000"/>
              <a:buNone/>
            </a:pPr>
            <a:endParaRPr lang="pt-BR" sz="1600" b="1" dirty="0"/>
          </a:p>
          <a:p>
            <a:pPr marL="228600" indent="-201930">
              <a:spcBef>
                <a:spcPts val="0"/>
              </a:spcBef>
              <a:buSzPct val="100000"/>
            </a:pPr>
            <a:endParaRPr lang="pt-BR" sz="1600" dirty="0"/>
          </a:p>
          <a:p>
            <a:pPr marL="228600" indent="-77470">
              <a:buSzPct val="100000"/>
              <a:buFont typeface="Arial"/>
              <a:buNone/>
            </a:pPr>
            <a:endParaRPr lang="pt-BR" sz="1600" dirty="0"/>
          </a:p>
          <a:p>
            <a:pPr marL="228600" indent="-77470">
              <a:buSzPct val="100000"/>
              <a:buFont typeface="Arial"/>
              <a:buNone/>
            </a:pPr>
            <a:endParaRPr lang="pt-BR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pt-BR" dirty="0"/>
              <a:t>Prazos TC</a:t>
            </a:r>
            <a:endParaRPr dirty="0"/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Entrega da primeira versão do plano de projeto – 21/08/2026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Entrega final da versão corrigida do plano de projeto  - 28/08/2026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Entrega da primeira versão dos artefatos de banco de dados – 03/09/2026</a:t>
            </a:r>
            <a:endParaRPr dirty="0"/>
          </a:p>
          <a:p>
            <a:pPr marL="228600" lvl="0" indent="-228600">
              <a:buSzPct val="100000"/>
            </a:pPr>
            <a:r>
              <a:rPr lang="pt-BR" dirty="0"/>
              <a:t>Entrega final da versão corrigida dos artefatos de banco de dados - 10/09/2026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Entrega da primeira versão do documento de requisitos – 10/09/2026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Entrega da versão corrigida do documento de requisitos – 17/09/2026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Apresentação da versão beta do sistema 09/10/2026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Entrega do Código fonte comentado com as devidas correções e alterações 23/10/2026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Entrega do Slides da apresentação versão final 31/10/2026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Entrega do manual de funcionamento do sistema 31/10/2026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Prazo máximo para o sistema instalado em funcionamento no servidor da faculdade 03/11/2026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Banca final, a definir (novembro)</a:t>
            </a:r>
            <a:endParaRPr dirty="0"/>
          </a:p>
          <a:p>
            <a:pPr marL="228600" lvl="0" indent="-1041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1041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1041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1041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1041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1041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1041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1041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1041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1041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1041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5E60C102-2785-5BF9-2343-0D55AFC12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>
            <a:extLst>
              <a:ext uri="{FF2B5EF4-FFF2-40B4-BE49-F238E27FC236}">
                <a16:creationId xmlns:a16="http://schemas.microsoft.com/office/drawing/2014/main" id="{63644A4D-DD8B-157E-E9DA-E5B8A12202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pt-BR" dirty="0"/>
              <a:t>Prazos PO</a:t>
            </a:r>
            <a:endParaRPr dirty="0"/>
          </a:p>
        </p:txBody>
      </p:sp>
      <p:sp>
        <p:nvSpPr>
          <p:cNvPr id="97" name="Google Shape;97;p15">
            <a:extLst>
              <a:ext uri="{FF2B5EF4-FFF2-40B4-BE49-F238E27FC236}">
                <a16:creationId xmlns:a16="http://schemas.microsoft.com/office/drawing/2014/main" id="{E3099308-299C-6BF5-26A0-90CD7BF57C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Entrega de três opções de artigo científico para avaliação e feedback– 21/08/2026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Entrega da primeira versão do artigo definido– 10/09/2026</a:t>
            </a:r>
            <a:endParaRPr dirty="0"/>
          </a:p>
          <a:p>
            <a:pPr marL="228600" lvl="0" indent="-228600">
              <a:buSzPct val="100000"/>
            </a:pPr>
            <a:r>
              <a:rPr lang="pt-BR" dirty="0"/>
              <a:t>Entrega final da versão corrigida do artigo - 24/09/2026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Prazo máximo para correções e adequações–16/10/2026</a:t>
            </a:r>
            <a:endParaRPr dirty="0"/>
          </a:p>
          <a:p>
            <a:pPr marL="228600" lvl="0" indent="-228600">
              <a:buSzPct val="100000"/>
            </a:pPr>
            <a:r>
              <a:rPr lang="pt-BR" dirty="0"/>
              <a:t>Prazo máximo para submissão a Revista 20/10/2026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Entrega do Slides de apresentação do artigo 31/10/2026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Banca final, a definir (novembro)</a:t>
            </a:r>
            <a:endParaRPr dirty="0"/>
          </a:p>
          <a:p>
            <a:pPr marL="228600" lvl="0" indent="-1041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1041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1041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1041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1041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1041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1041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1041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1041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1041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1041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687972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291</Words>
  <Application>Microsoft Office PowerPoint</Application>
  <PresentationFormat>Widescreen</PresentationFormat>
  <Paragraphs>58</Paragraphs>
  <Slides>4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7" baseType="lpstr">
      <vt:lpstr>Arial</vt:lpstr>
      <vt:lpstr>Play</vt:lpstr>
      <vt:lpstr>Tema do Office</vt:lpstr>
      <vt:lpstr>Praticas orientadas e Trabalho de curso</vt:lpstr>
      <vt:lpstr>Artefatos de entrega</vt:lpstr>
      <vt:lpstr>Prazos TC</vt:lpstr>
      <vt:lpstr>Prazos PO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sandir campos</cp:lastModifiedBy>
  <cp:revision>6</cp:revision>
  <dcterms:modified xsi:type="dcterms:W3CDTF">2026-08-17T18:12:44Z</dcterms:modified>
</cp:coreProperties>
</file>